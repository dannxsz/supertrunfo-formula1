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CATOLINO" userId="64b2f956-6a76-4969-a88e-626d887e5386" providerId="ADAL" clId="{1379140C-83D8-4097-91A2-559D5769FDB9}"/>
    <pc:docChg chg="custSel modSld">
      <pc:chgData name="DANIEL SCATOLINO" userId="64b2f956-6a76-4969-a88e-626d887e5386" providerId="ADAL" clId="{1379140C-83D8-4097-91A2-559D5769FDB9}" dt="2026-09-15T19:18:22.651" v="73" actId="478"/>
      <pc:docMkLst>
        <pc:docMk/>
      </pc:docMkLst>
      <pc:sldChg chg="modSp mod">
        <pc:chgData name="DANIEL SCATOLINO" userId="64b2f956-6a76-4969-a88e-626d887e5386" providerId="ADAL" clId="{1379140C-83D8-4097-91A2-559D5769FDB9}" dt="2026-09-15T19:15:54.885" v="55" actId="20577"/>
        <pc:sldMkLst>
          <pc:docMk/>
          <pc:sldMk cId="0" sldId="256"/>
        </pc:sldMkLst>
        <pc:spChg chg="mod">
          <ac:chgData name="DANIEL SCATOLINO" userId="64b2f956-6a76-4969-a88e-626d887e5386" providerId="ADAL" clId="{1379140C-83D8-4097-91A2-559D5769FDB9}" dt="2026-09-15T19:15:54.885" v="55" actId="20577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DANIEL SCATOLINO" userId="64b2f956-6a76-4969-a88e-626d887e5386" providerId="ADAL" clId="{1379140C-83D8-4097-91A2-559D5769FDB9}" dt="2026-09-15T19:18:22.651" v="73" actId="478"/>
        <pc:sldMkLst>
          <pc:docMk/>
          <pc:sldMk cId="0" sldId="262"/>
        </pc:sldMkLst>
        <pc:spChg chg="mod">
          <ac:chgData name="DANIEL SCATOLINO" userId="64b2f956-6a76-4969-a88e-626d887e5386" providerId="ADAL" clId="{1379140C-83D8-4097-91A2-559D5769FDB9}" dt="2026-09-15T19:18:17.574" v="72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DANIEL SCATOLINO" userId="64b2f956-6a76-4969-a88e-626d887e5386" providerId="ADAL" clId="{1379140C-83D8-4097-91A2-559D5769FDB9}" dt="2026-09-15T19:18:22.651" v="73" actId="478"/>
          <ac:spMkLst>
            <pc:docMk/>
            <pc:sldMk cId="0" sldId="26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53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234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SUPER TRUNFO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783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FÓRMULA 1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94360" y="2651760"/>
            <a:ext cx="2194560" cy="0"/>
          </a:xfrm>
          <a:prstGeom prst="line">
            <a:avLst/>
          </a:prstGeom>
          <a:noFill/>
          <a:ln w="508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94360" y="2907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D9D9"/>
                </a:solidFill>
              </a:rPr>
              <a:t>Aplicação Console em C# com classes, exceções e testes de unidade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04088" y="386791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TRABALHO DE PROGRAMAÇÃO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379476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55848" y="3867912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.NET 8 + xUnit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5989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</a:rPr>
              <a:t>Equipe: Daniel </a:t>
            </a:r>
            <a:r>
              <a:rPr lang="en-US" sz="1300" dirty="0" err="1">
                <a:solidFill>
                  <a:srgbClr val="D9D9D9"/>
                </a:solidFill>
              </a:rPr>
              <a:t>Scatolino</a:t>
            </a:r>
            <a:r>
              <a:rPr lang="en-US" sz="1300" dirty="0">
                <a:solidFill>
                  <a:srgbClr val="D9D9D9"/>
                </a:solidFill>
              </a:rPr>
              <a:t> , Paulo Emanuel Pinto e Victor Avellar.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Temática do trabalho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Jogo de cartas competitivo inspirado no universo da Fórmula 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2525"/>
                </a:solidFill>
              </a:rPr>
              <a:t>■ </a:t>
            </a:r>
            <a:r>
              <a:rPr lang="en-US" sz="1900" dirty="0">
                <a:solidFill>
                  <a:srgbClr val="FFFFFF"/>
                </a:solidFill>
              </a:rPr>
              <a:t>Cada carta representa um piloto e sua equipe.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2525"/>
                </a:solidFill>
              </a:rPr>
              <a:t>■ </a:t>
            </a:r>
            <a:r>
              <a:rPr lang="en-US" sz="1900" dirty="0">
                <a:solidFill>
                  <a:srgbClr val="FFFFFF"/>
                </a:solidFill>
              </a:rPr>
              <a:t>O jogador escolhe um atributo para comparar.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2525"/>
                </a:solidFill>
              </a:rPr>
              <a:t>■ </a:t>
            </a:r>
            <a:r>
              <a:rPr lang="en-US" sz="1900" dirty="0">
                <a:solidFill>
                  <a:srgbClr val="FFFFFF"/>
                </a:solidFill>
              </a:rPr>
              <a:t>Quem vence a rodada recebe as duas cartas.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2525"/>
                </a:solidFill>
              </a:rPr>
              <a:t>■ </a:t>
            </a:r>
            <a:r>
              <a:rPr lang="en-US" sz="1900" dirty="0">
                <a:solidFill>
                  <a:srgbClr val="FFFFFF"/>
                </a:solidFill>
              </a:rPr>
              <a:t>A partida termina quando um jogador fica sem cartas.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0664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Atributos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196596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516368" y="203911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Vitórias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06640" y="2496312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516368" y="25694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Pódios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06640" y="302666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516368" y="309981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Pole positions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6640" y="3557016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516368" y="363016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Títulos mundiais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06640" y="408736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2525">
              <a:alpha val="95000"/>
            </a:srgbClr>
          </a:solidFill>
          <a:ln w="12700">
            <a:solidFill>
              <a:srgbClr val="D92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516368" y="416052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Pit stop médio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ch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Funcionamento do programa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Fluxo simples para apresentar o código funcionando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31520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8680" y="18836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Criar baralho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80560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617720" y="18836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1663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Embaralhar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0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366760" y="18836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91540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Distribuir cartas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31520" y="3291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68680" y="34381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4173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Escolher atributo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480560" y="3291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617720" y="34381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1663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Comparar cartas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229600" y="3291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42424">
              <a:alpha val="95000"/>
            </a:srgbClr>
          </a:solidFill>
          <a:ln w="12700">
            <a:solidFill>
              <a:srgbClr val="44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366760" y="34381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2525"/>
                </a:solidFill>
              </a:rPr>
              <a:t>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9154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Atualizar vencedor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31520" y="5623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Classe central: JogoSuperTrunfo.JogarRodada()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Diagrama de classe do contexto escolhido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55448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/mnt/data/SuperTrunfo_Formula1/diagrama_classes_supertrunfo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7551"/>
            <a:ext cx="11201400" cy="22200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4008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Separação por responsabilidade: Console exibe, Core calcula, Tests validam.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ch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Classes e exceções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Pontos mais importantes para a defesa individual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Classes principais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Carta: atributos e comparação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Jogador: fila de cartas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Baralho: cria e distribui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JogoSuperTrunfo: regra da rodada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Tratamento de exceções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62940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try/catch no Program.cs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2940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OpcaoInvalidaException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2940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SemCartasException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2940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2525"/>
                </a:solidFill>
              </a:rPr>
              <a:t>■ </a:t>
            </a:r>
            <a:r>
              <a:rPr lang="en-US" sz="1700" dirty="0">
                <a:solidFill>
                  <a:srgbClr val="FFFFFF"/>
                </a:solidFill>
              </a:rPr>
              <a:t>Validações nos construtores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Regra especial: em pit stop, o menor tempo vence.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Testes de unidade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Projeto SuperTrunfo.Tests usando xUnit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CartaTests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0" y="1527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compara atributos e valida construtor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1947672"/>
            <a:ext cx="8778240" cy="0"/>
          </a:xfrm>
          <a:prstGeom prst="line">
            <a:avLst/>
          </a:prstGeom>
          <a:noFill/>
          <a:ln w="8890">
            <a:solidFill>
              <a:srgbClr val="5555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2960" y="2221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BaralhoTests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0" y="22402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cria e distribui cartas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2660904"/>
            <a:ext cx="8778240" cy="0"/>
          </a:xfrm>
          <a:prstGeom prst="line">
            <a:avLst/>
          </a:prstGeom>
          <a:noFill/>
          <a:ln w="8890">
            <a:solidFill>
              <a:srgbClr val="5555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22960" y="2935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JogadorTests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2953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joga carta e lança exceção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22960" y="3374136"/>
            <a:ext cx="8778240" cy="0"/>
          </a:xfrm>
          <a:prstGeom prst="line">
            <a:avLst/>
          </a:prstGeom>
          <a:noFill/>
          <a:ln w="8890">
            <a:solidFill>
              <a:srgbClr val="5555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2960" y="36484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JogoSuperTrunfoTests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0" y="36667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vitória, empate e fim do jogo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22960" y="4087368"/>
            <a:ext cx="8778240" cy="0"/>
          </a:xfrm>
          <a:prstGeom prst="line">
            <a:avLst/>
          </a:prstGeom>
          <a:noFill/>
          <a:ln w="8890">
            <a:solidFill>
              <a:srgbClr val="5555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822960" y="4361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ValidadorEntradaTests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657600" y="43799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entrada válida e inválida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22960" y="4800600"/>
            <a:ext cx="8778240" cy="0"/>
          </a:xfrm>
          <a:prstGeom prst="line">
            <a:avLst/>
          </a:prstGeom>
          <a:noFill/>
          <a:ln w="8890">
            <a:solidFill>
              <a:srgbClr val="5555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22960" y="5623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Comando: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057400" y="5596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test tests/SuperTrunfo.Tests/SuperTrunfo.Tests.csproj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Apresentação do programa funcionando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2525"/>
                </a:solidFill>
              </a:rPr>
              <a:t>■ </a:t>
            </a:r>
            <a:r>
              <a:rPr lang="en-US" sz="1800" dirty="0">
                <a:solidFill>
                  <a:srgbClr val="FFFFFF"/>
                </a:solidFill>
              </a:rPr>
              <a:t>Abrir a solução no Visual Studio ou VS Code.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2525"/>
                </a:solidFill>
              </a:rPr>
              <a:t>■ </a:t>
            </a:r>
            <a:r>
              <a:rPr lang="en-US" sz="1800" dirty="0">
                <a:solidFill>
                  <a:srgbClr val="FFFFFF"/>
                </a:solidFill>
              </a:rPr>
              <a:t>Executar o jogo pelo Console.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2525"/>
                </a:solidFill>
              </a:rPr>
              <a:t>■ </a:t>
            </a:r>
            <a:r>
              <a:rPr lang="en-US" sz="1800" dirty="0">
                <a:solidFill>
                  <a:srgbClr val="FFFFFF"/>
                </a:solidFill>
              </a:rPr>
              <a:t>Escolher atributos e mostrar vitória/empate.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2525"/>
                </a:solidFill>
              </a:rPr>
              <a:t>■ </a:t>
            </a:r>
            <a:r>
              <a:rPr lang="en-US" sz="1800" dirty="0">
                <a:solidFill>
                  <a:srgbClr val="FFFFFF"/>
                </a:solidFill>
              </a:rPr>
              <a:t>Executar os testes de unidade com dotnet test.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8961120" cy="960120"/>
          </a:xfrm>
          <a:prstGeom prst="rect">
            <a:avLst/>
          </a:prstGeom>
          <a:solidFill>
            <a:srgbClr val="0B0B0B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60120" y="409651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 --project src/SuperTrunfo.ConsoleApp/SuperTrunfo.ConsoleApp.csproj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test tests/SuperTrunfo.Tests/SuperTrunfo.Tests.csproj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ch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Defesa sobre partes do código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Respostas rápidas para perguntas prováveis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Onde está a regra?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46320" y="14447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Carta.CompararCom() e JogoSuperTrunfo.JogarRodada().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Onde estão as exceções?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46320" y="2359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Exceptions + try/catch no Program.cs.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 que separar projetos?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46320" y="32735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Core concentra lógica, Console exibe e Tests validam.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Como provar que funciona?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46320" y="4187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D9D9"/>
                </a:solidFill>
              </a:rPr>
              <a:t>Executar o Console e os testes xUnit.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Dificuldades, conclusão e referências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1208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B8B8"/>
                </a:solidFill>
              </a:rPr>
              <a:t>Fechamento da apresentação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463040" cy="0"/>
          </a:xfrm>
          <a:prstGeom prst="line">
            <a:avLst/>
          </a:prstGeom>
          <a:noFill/>
          <a:ln w="38100">
            <a:solidFill>
              <a:srgbClr val="D925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Dificuldades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Separar regra do jogo da interface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59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Tratar entrada inválida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7980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Testar vitória, empate e exceções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Conclusão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537960" y="1920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Projeto cumpre classes, exceções e testes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359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Estrutura facilita manutenção e defesa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2798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2525"/>
                </a:solidFill>
              </a:rPr>
              <a:t>■ </a:t>
            </a:r>
            <a:r>
              <a:rPr lang="en-US" sz="1600" dirty="0">
                <a:solidFill>
                  <a:srgbClr val="FFFFFF"/>
                </a:solidFill>
              </a:rPr>
              <a:t>Tema F1 torna o jogo mais atrativo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57607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9D9"/>
                </a:solidFill>
              </a:rPr>
              <a:t>Referências: Microsoft Learn C#/.NET • xUnit.net • Formula1.com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</a:rPr>
              <a:t>Super Trunfo F1  | 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524</Words>
  <Application>Microsoft Office PowerPoint</Application>
  <PresentationFormat>Widescreen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Projeto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Trunfo - Fórmula 1</dc:title>
  <dc:subject>Super Trunfo Fórmula 1</dc:subject>
  <dc:creator>ChatGPT</dc:creator>
  <cp:lastModifiedBy>PAULO PINTO</cp:lastModifiedBy>
  <cp:revision>2</cp:revision>
  <dcterms:created xsi:type="dcterms:W3CDTF">2026-09-15T16:00:21Z</dcterms:created>
  <dcterms:modified xsi:type="dcterms:W3CDTF">2026-10-13T22:50:42Z</dcterms:modified>
</cp:coreProperties>
</file>